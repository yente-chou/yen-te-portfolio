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309" r:id="rId4"/>
    <p:sldId id="310" r:id="rId5"/>
    <p:sldId id="311" r:id="rId6"/>
    <p:sldId id="317" r:id="rId7"/>
    <p:sldId id="318" r:id="rId8"/>
    <p:sldId id="319" r:id="rId9"/>
    <p:sldId id="320" r:id="rId10"/>
    <p:sldId id="312" r:id="rId11"/>
    <p:sldId id="321" r:id="rId12"/>
    <p:sldId id="322" r:id="rId13"/>
    <p:sldId id="323" r:id="rId14"/>
    <p:sldId id="324" r:id="rId15"/>
    <p:sldId id="313" r:id="rId16"/>
    <p:sldId id="314" r:id="rId17"/>
    <p:sldId id="315" r:id="rId18"/>
    <p:sldId id="316" r:id="rId19"/>
    <p:sldId id="325" r:id="rId20"/>
    <p:sldId id="326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1" autoAdjust="0"/>
    <p:restoredTop sz="91484" autoAdjust="0"/>
  </p:normalViewPr>
  <p:slideViewPr>
    <p:cSldViewPr snapToGrid="0">
      <p:cViewPr>
        <p:scale>
          <a:sx n="70" d="100"/>
          <a:sy n="70" d="100"/>
        </p:scale>
        <p:origin x="5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9C4D-33EF-42CE-B37D-F79F530C3B6D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1A51D-2370-4AC4-B4DA-05C2418AA5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313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6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88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34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051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9052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955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686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2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34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29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67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680F3-8BE9-4138-9EFC-2FDD7B18646B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6AA0-B964-40F8-B727-A53A6ADFB9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096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19200" y="1112738"/>
            <a:ext cx="9753600" cy="2387600"/>
          </a:xfrm>
        </p:spPr>
        <p:txBody>
          <a:bodyPr>
            <a:normAutofit fontScale="90000"/>
          </a:bodyPr>
          <a:lstStyle/>
          <a:p>
            <a:r>
              <a:rPr lang="it-IT" altLang="zh-TW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AI System Architecture </a:t>
            </a:r>
            <a:br>
              <a:rPr lang="it-IT" altLang="zh-TW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</a:br>
            <a:r>
              <a:rPr lang="it-IT" altLang="zh-TW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&amp;</a:t>
            </a:r>
            <a:br>
              <a:rPr lang="it-IT" altLang="zh-TW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</a:br>
            <a:r>
              <a:rPr lang="it-IT" altLang="zh-TW" b="1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 Industrial AI Portfolio</a:t>
            </a:r>
            <a:endParaRPr lang="zh-TW" altLang="en-US" b="1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991862"/>
            <a:ext cx="9144000" cy="1655762"/>
          </a:xfrm>
        </p:spPr>
        <p:txBody>
          <a:bodyPr/>
          <a:lstStyle/>
          <a:p>
            <a:r>
              <a:rPr lang="en-US" altLang="zh-TW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Yen-</a:t>
            </a:r>
            <a:r>
              <a:rPr lang="en-US" altLang="zh-TW" dirty="0" err="1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Te</a:t>
            </a:r>
            <a:r>
              <a:rPr lang="en-US" altLang="zh-TW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 Chou  </a:t>
            </a:r>
          </a:p>
          <a:p>
            <a:r>
              <a:rPr lang="en-US" altLang="zh-TW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Industrial AI &amp; Robotics Engineer  </a:t>
            </a:r>
          </a:p>
          <a:p>
            <a:r>
              <a:rPr lang="en-US" altLang="zh-TW" dirty="0">
                <a:latin typeface="Adobe 黑体 Std R" panose="020B0400000000000000" pitchFamily="34" charset="-128"/>
                <a:ea typeface="Adobe 黑体 Std R" panose="020B0400000000000000" pitchFamily="34" charset="-128"/>
              </a:rPr>
              <a:t>AI-Assisted Engineering | System Integration | Computer Vision</a:t>
            </a:r>
            <a:endParaRPr lang="zh-TW" altLang="en-US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276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146865"/>
            <a:ext cx="10515600" cy="1325563"/>
          </a:xfrm>
        </p:spPr>
        <p:txBody>
          <a:bodyPr/>
          <a:lstStyle/>
          <a:p>
            <a:r>
              <a:rPr lang="en-US" altLang="zh-TW" dirty="0"/>
              <a:t>Portfolio Overview</a:t>
            </a:r>
            <a:endParaRPr lang="zh-TW" altLang="en-US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6226" y="998468"/>
            <a:ext cx="6057900" cy="5618232"/>
          </a:xfrm>
        </p:spPr>
        <p:txBody>
          <a:bodyPr>
            <a:normAutofit fontScale="32500" lnSpcReduction="20000"/>
          </a:bodyPr>
          <a:lstStyle/>
          <a:p>
            <a:r>
              <a:rPr lang="en-US" altLang="zh-TW" sz="5500" b="1" dirty="0"/>
              <a:t>Part 0 — Who I Am</a:t>
            </a:r>
            <a:endParaRPr lang="en-US" altLang="zh-TW" sz="5500" dirty="0"/>
          </a:p>
          <a:p>
            <a:pPr lvl="1"/>
            <a:r>
              <a:rPr lang="en-US" altLang="zh-TW" sz="4900" dirty="0"/>
              <a:t>Industrial AI System Architect mindset</a:t>
            </a:r>
          </a:p>
          <a:p>
            <a:pPr lvl="1"/>
            <a:r>
              <a:rPr lang="en-US" altLang="zh-TW" sz="4900" dirty="0"/>
              <a:t>End-to-end solution ownership</a:t>
            </a:r>
          </a:p>
          <a:p>
            <a:pPr lvl="1"/>
            <a:r>
              <a:rPr lang="en-US" altLang="zh-TW" sz="4900" dirty="0"/>
              <a:t>AI-assisted engineering execution</a:t>
            </a:r>
          </a:p>
          <a:p>
            <a:r>
              <a:rPr lang="en-US" altLang="zh-TW" sz="5500" b="1" dirty="0"/>
              <a:t>Part 1 — Engineering Philosophy </a:t>
            </a:r>
            <a:endParaRPr lang="en-US" altLang="zh-TW" sz="5500" dirty="0"/>
          </a:p>
          <a:p>
            <a:pPr lvl="1"/>
            <a:r>
              <a:rPr lang="en-US" altLang="zh-TW" sz="4900" dirty="0"/>
              <a:t>Human-in-the-loop AI engineering</a:t>
            </a:r>
          </a:p>
          <a:p>
            <a:pPr lvl="1"/>
            <a:r>
              <a:rPr lang="en-US" altLang="zh-TW" sz="4900" dirty="0"/>
              <a:t>System-level architecture thinking</a:t>
            </a:r>
          </a:p>
          <a:p>
            <a:pPr lvl="1"/>
            <a:r>
              <a:rPr lang="en-US" altLang="zh-TW" sz="4900" dirty="0"/>
              <a:t>Rapid validation &amp; iteration loop</a:t>
            </a:r>
          </a:p>
          <a:p>
            <a:r>
              <a:rPr lang="en-US" altLang="zh-TW" sz="5500" b="1" dirty="0"/>
              <a:t>Part 2 — Project A</a:t>
            </a:r>
            <a:r>
              <a:rPr lang="zh-TW" altLang="en-US" sz="5500" b="1" dirty="0"/>
              <a:t> </a:t>
            </a:r>
            <a:r>
              <a:rPr lang="en-US" altLang="zh-TW" sz="5500" b="1" dirty="0"/>
              <a:t>- AI Thermal Vision Pipeline</a:t>
            </a:r>
          </a:p>
          <a:p>
            <a:pPr lvl="1"/>
            <a:r>
              <a:rPr lang="en-US" altLang="zh-TW" sz="4900" dirty="0"/>
              <a:t>Problem definition</a:t>
            </a:r>
          </a:p>
          <a:p>
            <a:pPr lvl="1"/>
            <a:r>
              <a:rPr lang="en-US" altLang="zh-TW" sz="4900" dirty="0"/>
              <a:t>System architecture</a:t>
            </a:r>
          </a:p>
          <a:p>
            <a:pPr lvl="1"/>
            <a:r>
              <a:rPr lang="en-US" altLang="zh-TW" sz="4900" dirty="0"/>
              <a:t>Model evolution</a:t>
            </a:r>
          </a:p>
          <a:p>
            <a:pPr lvl="1"/>
            <a:r>
              <a:rPr lang="en-US" altLang="zh-TW" sz="4900" dirty="0"/>
              <a:t>Deployment &amp; impact</a:t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sz="5500" b="1" dirty="0"/>
              <a:t>Part 3 — Project B - Industrial Automation Data Integration</a:t>
            </a:r>
          </a:p>
          <a:p>
            <a:pPr lvl="1"/>
            <a:r>
              <a:rPr lang="en-US" altLang="zh-TW" sz="4900" dirty="0"/>
              <a:t>Manufacturing workflow issue</a:t>
            </a:r>
          </a:p>
          <a:p>
            <a:pPr lvl="1"/>
            <a:r>
              <a:rPr lang="en-US" altLang="zh-TW" sz="4900" dirty="0"/>
              <a:t>Python + SECS + RPA solution</a:t>
            </a:r>
          </a:p>
          <a:p>
            <a:pPr lvl="1"/>
            <a:r>
              <a:rPr lang="en-US" altLang="zh-TW" sz="4900" dirty="0"/>
              <a:t>System integration approach</a:t>
            </a:r>
          </a:p>
          <a:p>
            <a:pPr lvl="1"/>
            <a:r>
              <a:rPr lang="en-US" altLang="zh-TW" sz="4900" dirty="0"/>
              <a:t>Decision impact / efficiency gain</a:t>
            </a:r>
          </a:p>
          <a:p>
            <a:pPr marL="0" indent="0">
              <a:buNone/>
            </a:pPr>
            <a:endParaRPr lang="en-US" altLang="zh-TW" dirty="0">
              <a:latin typeface="Adobe 黑体 Std R" panose="020B0400000000000000" pitchFamily="34" charset="-128"/>
              <a:ea typeface="Adobe 黑体 Std R" panose="020B0400000000000000" pitchFamily="34" charset="-128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7390043-E3E8-5E95-F568-C74D2536AE6B}"/>
              </a:ext>
            </a:extLst>
          </p:cNvPr>
          <p:cNvSpPr txBox="1"/>
          <p:nvPr/>
        </p:nvSpPr>
        <p:spPr>
          <a:xfrm>
            <a:off x="6962775" y="998468"/>
            <a:ext cx="4778872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Part 4 — Project C - AI Safety Detection Concept</a:t>
            </a:r>
          </a:p>
          <a:p>
            <a:pPr lvl="1"/>
            <a:r>
              <a:rPr lang="en-US" altLang="zh-TW" sz="1600" dirty="0"/>
              <a:t>Dataset &amp; labeling challenge</a:t>
            </a:r>
          </a:p>
          <a:p>
            <a:pPr lvl="1"/>
            <a:r>
              <a:rPr lang="en-US" altLang="zh-TW" sz="1600" dirty="0"/>
              <a:t>YOLO training validation</a:t>
            </a:r>
          </a:p>
          <a:p>
            <a:pPr lvl="1"/>
            <a:r>
              <a:rPr lang="en-US" altLang="zh-TW" sz="1600" dirty="0"/>
              <a:t>Real-world constraint handling</a:t>
            </a:r>
          </a:p>
          <a:p>
            <a:pPr lvl="1"/>
            <a:r>
              <a:rPr lang="en-US" altLang="zh-TW" sz="1600" dirty="0"/>
              <a:t>System deployment concept</a:t>
            </a:r>
            <a:br>
              <a:rPr lang="en-US" altLang="zh-TW" dirty="0"/>
            </a:br>
            <a:endParaRPr lang="en-US" altLang="zh-TW" dirty="0"/>
          </a:p>
          <a:p>
            <a:r>
              <a:rPr lang="en-US" altLang="zh-TW" b="1" dirty="0"/>
              <a:t>Part 5 — Future Vision</a:t>
            </a:r>
          </a:p>
          <a:p>
            <a:pPr lvl="1"/>
            <a:r>
              <a:rPr lang="en-US" altLang="zh-TW" sz="1600" dirty="0"/>
              <a:t>Central AI control center</a:t>
            </a:r>
          </a:p>
          <a:p>
            <a:pPr lvl="1"/>
            <a:r>
              <a:rPr lang="en-US" altLang="zh-TW" sz="1600" dirty="0"/>
              <a:t>Edge AI architecture roadmap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904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A0CFF-DEA4-B403-FEC9-A96AFFCE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Who I Am — Engineering Role &amp; Value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20FFA2-BA2E-61DB-6BC2-692678B2F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System-oriented industrial AI engineer focused on delivering real-world solutions rather than isolated technical components.</a:t>
            </a:r>
          </a:p>
          <a:p>
            <a:r>
              <a:rPr lang="en-US" altLang="zh-TW" dirty="0"/>
              <a:t>Own the end-to-end lifecycle of engineering problems — from problem framing and architecture design to implementation, validation, and deployment.</a:t>
            </a:r>
          </a:p>
          <a:p>
            <a:r>
              <a:rPr lang="en-US" altLang="zh-TW" dirty="0"/>
              <a:t>Leverage AI-assisted engineering workflows to accelerate prototyping while maintaining full responsibility for system decisions, validation strategy, and solution robustness.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5222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4B27A-9A55-29EA-0CDC-3DB3E98C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Engineering Philosophy — How I Approach Industrial AI Problems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98B106-5AF0-7CA5-27C8-2F6395D10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 a human-in-the-loop AI engineering approach, combining domain expertise, system thinking, and AI-assisted implementation to accelerate solution development.</a:t>
            </a:r>
          </a:p>
          <a:p>
            <a:r>
              <a:rPr lang="en-US" altLang="zh-TW" dirty="0"/>
              <a:t>Think in terms of system-level architecture rather than isolated components, ensuring scalability, maintainability, and deployment feasibility.</a:t>
            </a:r>
          </a:p>
          <a:p>
            <a:r>
              <a:rPr lang="en-US" altLang="zh-TW" dirty="0"/>
              <a:t>Emphasize rapid validation and iteration loops, using data feedback, prototype testing, and incremental improvements to reduce engineering risk.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951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CD87E-413F-F609-709F-24EA89978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Problem Definition — Manual Thermal Data Extraction Limiting Operational Efficiency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CFD0BC-DB61-EBD0-A5EF-4B8EA0AF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Large volumes of thermal images were generated during equipment monitoring, requiring manual inspection and temperature recording.</a:t>
            </a:r>
          </a:p>
          <a:p>
            <a:r>
              <a:rPr lang="en-US" altLang="zh-TW" dirty="0"/>
              <a:t>The process was time-consuming, error-prone, and lacked scalability as production data continued to increase.</a:t>
            </a:r>
          </a:p>
          <a:p>
            <a:r>
              <a:rPr lang="en-US" altLang="zh-TW" dirty="0"/>
              <a:t>There was no automated mechanism to transform image-based thermal information into structured data for engineering analysis and decision making.</a:t>
            </a:r>
          </a:p>
          <a:p>
            <a:r>
              <a:rPr lang="en-US" altLang="zh-TW" dirty="0"/>
              <a:t>A system-level solution was required to enable automated extraction, validation, and integration of thermal data into existing workflows.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155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C391DB-74D4-039B-2E79-2B4104705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A1 — Problem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4104AF-487A-8B85-7DB0-5E8422EF7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Large volumes of thermal images required manual inspection and temperature recording.</a:t>
            </a:r>
          </a:p>
          <a:p>
            <a:r>
              <a:rPr lang="en-US" altLang="zh-TW" dirty="0"/>
              <a:t>The process was slow, error-prone, and difficult to scale with increasing production data.</a:t>
            </a:r>
          </a:p>
          <a:p>
            <a:r>
              <a:rPr lang="en-US" altLang="zh-TW" dirty="0"/>
              <a:t>Lack of structured data integration limited engineering analysis and decision-making efficiency.</a:t>
            </a:r>
          </a:p>
          <a:p>
            <a:r>
              <a:rPr lang="en-US" altLang="zh-TW" dirty="0"/>
              <a:t>A system-level automation solution was required to improve data accessibility and operational responsiveness.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179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DEADCD-1356-805B-F4A7-325E23AD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A2 — System Architecture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9BD9B1-5EA0-9C37-8CAD-455B900A9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Designed a modular pipeline integrating image preprocessing, ROI detection, OCR-based data extraction, and structured data output.</a:t>
            </a:r>
          </a:p>
          <a:p>
            <a:r>
              <a:rPr lang="en-US" altLang="zh-TW" dirty="0"/>
              <a:t>Enabled batch processing of thermal images and automated conversion into engineering datasets.</a:t>
            </a:r>
          </a:p>
          <a:p>
            <a:r>
              <a:rPr lang="en-US" altLang="zh-TW" dirty="0"/>
              <a:t>Architecture supported extensibility for future AI model integration and edge deployment scenarios.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489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067F8-90C7-5AF7-EBC2-F04EC8C0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A3 — Model Evolution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146467-02C3-0ED7-FC38-15E87EC8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Initial implementation relied on traditional image processing and OCR techniques.</a:t>
            </a:r>
          </a:p>
          <a:p>
            <a:r>
              <a:rPr lang="en-US" altLang="zh-TW" dirty="0"/>
              <a:t>Evaluated machine learning and object detection approaches to improve robustness under varying conditions.</a:t>
            </a:r>
          </a:p>
          <a:p>
            <a:r>
              <a:rPr lang="en-US" altLang="zh-TW" dirty="0"/>
              <a:t>Iteratively refined detection logic based on real production feedback and dataset characteristics.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7565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F8E6DA-5C02-C954-B34B-924FB259E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A4 — Deployment Impact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D6C76-D1DE-4110-5EBB-55C8C296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Significantly reduced manual workload and improved data processing speed.</a:t>
            </a:r>
          </a:p>
          <a:p>
            <a:r>
              <a:rPr lang="en-US" altLang="zh-TW" dirty="0"/>
              <a:t>Enabled faster anomaly identification and engineering response planning.</a:t>
            </a:r>
          </a:p>
          <a:p>
            <a:r>
              <a:rPr lang="en-US" altLang="zh-TW" dirty="0"/>
              <a:t>Provided a scalable framework for future industrial AI deployment.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9589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9629C-256D-74E5-BE73-4C6B5CB9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Portfolio Overview — Industrial AI System Engineering Projects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03FA18-79BF-E123-4EE3-066F0FF86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This portfolio presents selected industrial AI engineering projects that demonstrate my approach to problem framing, system architecture design, rapid validation, and real-world deployment planning.</a:t>
            </a:r>
          </a:p>
          <a:p>
            <a:r>
              <a:rPr lang="en-US" altLang="zh-TW" dirty="0"/>
              <a:t>Each project highlights how AI technologies, automation workflows, and system integration strategies were applied to improve operational efficiency, data visibility, and engineering decision-making in manufacturing environments.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8727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C29E23-026D-0CA7-9FD5-8AA9093F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B1 — Workflow Issue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F4B1B3-DFC9-8F20-BF92-CEB677B8F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Production data was distributed across multiple systems and logs, requiring manual consolidation.</a:t>
            </a:r>
          </a:p>
          <a:p>
            <a:r>
              <a:rPr lang="en-US" altLang="zh-TW" dirty="0"/>
              <a:t>Lack of automation reduced data timeliness and limited decision-making effectiveness.</a:t>
            </a:r>
          </a:p>
          <a:p>
            <a:r>
              <a:rPr lang="en-US" altLang="zh-TW" dirty="0"/>
              <a:t>Engineering teams faced operational delays due to inefficient information flow.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067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8F195A-C287-4C07-A856-0C8EA36A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B2 — Integration Architecture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C36C8F-8D05-A459-BC7E-742A05902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Designed automation workflows integrating SECS logs, file systems, and reporting processes.</a:t>
            </a:r>
          </a:p>
          <a:p>
            <a:r>
              <a:rPr lang="en-US" altLang="zh-TW" dirty="0"/>
              <a:t>Built structured data pipelines enabling continuous data aggregation and monitoring.</a:t>
            </a:r>
          </a:p>
          <a:p>
            <a:r>
              <a:rPr lang="en-US" altLang="zh-TW" dirty="0"/>
              <a:t>Architecture emphasized reliability, maintainability, and minimal disruption to existing operations.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988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F51B0D-7F70-91B0-9C60-7F026D5F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B3 — Automation Implementation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97AAF8-63F6-60E1-9E61-D9E4E6151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Implemented Python scripts, RPA workflows, and scheduling mechanisms to automate repetitive tasks.</a:t>
            </a:r>
          </a:p>
          <a:p>
            <a:r>
              <a:rPr lang="en-US" altLang="zh-TW" dirty="0"/>
              <a:t>Integrated office data processes with engineering data pipelines.</a:t>
            </a:r>
          </a:p>
          <a:p>
            <a:r>
              <a:rPr lang="en-US" altLang="zh-TW" dirty="0"/>
              <a:t>Improved operational consistency and reduced manual intervention.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481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15F4ED-9F5C-C10D-D8E0-C7731D25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B4 — Impact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818605-11A9-ED00-F10D-B37E88A9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Reduced process cycle time and improved data availability.</a:t>
            </a:r>
          </a:p>
          <a:p>
            <a:r>
              <a:rPr lang="en-US" altLang="zh-TW" dirty="0"/>
              <a:t>Enabled better monitoring and faster response to production issues.</a:t>
            </a:r>
          </a:p>
          <a:p>
            <a:r>
              <a:rPr lang="en-US" altLang="zh-TW" dirty="0"/>
              <a:t>Established foundation for future intelligent manufacturing systems.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7218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A07E72-F858-9373-5C79-73C28BE4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1 —Dataset Preparation Challenge in Real Factory Environment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A58E3D-5B51-E9AD-2F32-E1044651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Real-world safety scenarios involved diverse visual conditions, including occlusion, lighting variation, and inconsistent object appearance.</a:t>
            </a:r>
          </a:p>
          <a:p>
            <a:r>
              <a:rPr lang="en-US" altLang="zh-TW" dirty="0"/>
              <a:t>Initial dataset collection required manual frame extraction and labeling strategy definition to ensure meaningful model training.</a:t>
            </a:r>
          </a:p>
          <a:p>
            <a:r>
              <a:rPr lang="en-US" altLang="zh-TW" dirty="0"/>
              <a:t>Multiple object categories and ambiguous boundaries increased annotation complexity and affected early detection performance.</a:t>
            </a:r>
          </a:p>
          <a:p>
            <a:r>
              <a:rPr lang="en-US" altLang="zh-TW" dirty="0"/>
              <a:t>Iterative dataset refinement was necessary to improve model robustness and detection reliability.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8645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BA6CE-D131-C069-E62F-38D4F2F6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2 — Model Training Validation and Iteration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F21EE5-1543-22BE-C183-843E086C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YOLO-based object detection models were evaluated for feasibility in safety monitoring scenarios.</a:t>
            </a:r>
          </a:p>
          <a:p>
            <a:r>
              <a:rPr lang="en-US" altLang="zh-TW" dirty="0"/>
              <a:t>Early training results revealed class imbalance and insufficient feature representation in certain conditions.</a:t>
            </a:r>
          </a:p>
          <a:p>
            <a:r>
              <a:rPr lang="en-US" altLang="zh-TW" dirty="0"/>
              <a:t>Hyperparameter tuning and dataset restructuring were applied to improve detection accuracy.</a:t>
            </a:r>
          </a:p>
          <a:p>
            <a:r>
              <a:rPr lang="en-US" altLang="zh-TW" dirty="0"/>
              <a:t>Validation focused on practical deployment feasibility rather than benchmark-only performance metrics.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159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258D5D-4869-EB99-835B-93DB7762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3 — Handling Real Deployment Constraints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D03C11-78D2-BE41-3A8A-2CCE2746E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Considered camera positioning limitations, network bandwidth constraints, and processing latency requirements.</a:t>
            </a:r>
          </a:p>
          <a:p>
            <a:r>
              <a:rPr lang="en-US" altLang="zh-TW" dirty="0"/>
              <a:t>Evaluated trade-offs between detection accuracy and inference speed for edge deployment scenarios.</a:t>
            </a:r>
          </a:p>
          <a:p>
            <a:r>
              <a:rPr lang="en-US" altLang="zh-TW" dirty="0"/>
              <a:t>Explored integration approaches with existing automation systems and safety workflows.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9089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C5DFA0-7A01-2EDD-1FB4-8F4284EB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4 —Safety Detection System Deployment Concept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FEA104-F842-4E66-5543-A1FF7BA1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Proposed an edge AI-based safety monitoring framework combining camera input, detection models, and alert mechanisms.</a:t>
            </a:r>
          </a:p>
          <a:p>
            <a:r>
              <a:rPr lang="en-US" altLang="zh-TW" dirty="0"/>
              <a:t>Designed conceptual data flow for real-time event detection and engineering response support.</a:t>
            </a:r>
          </a:p>
          <a:p>
            <a:r>
              <a:rPr lang="en-US" altLang="zh-TW" dirty="0"/>
              <a:t>Identified future scalability opportunities for centralized monitoring and predictive safety analytics.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4802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11EB2-802B-5DF4-DC6E-D901DEF80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zh-TW" dirty="0"/>
              <a:t>Slide 1 — </a:t>
            </a:r>
            <a:r>
              <a:rPr lang="en-US" altLang="zh-TW" dirty="0"/>
              <a:t>Future Concept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E26301-8D1D-4363-781F-4B4E51C20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Envisioned a centralized platform integrating equipment data, vision-based AI insights, and operational analytics.</a:t>
            </a:r>
          </a:p>
          <a:p>
            <a:r>
              <a:rPr lang="en-US" altLang="zh-TW" dirty="0"/>
              <a:t>The system would enable real-time monitoring, anomaly detection, and decision support across multiple production lines.</a:t>
            </a:r>
          </a:p>
          <a:p>
            <a:r>
              <a:rPr lang="en-US" altLang="zh-TW" dirty="0"/>
              <a:t>Designed as a scalable architecture supporting progressive AI adoption in manufacturing environments.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946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0C5678-ABB6-13E9-ADB9-E98F22A9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F2 —Edge AI Architecture Roadmap for Industrial Deployment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006068-3930-AFD4-1A94-80A71965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Proposed deployment strategy leveraging edge computing devices for low-latency AI inference.</a:t>
            </a:r>
          </a:p>
          <a:p>
            <a:r>
              <a:rPr lang="en-US" altLang="zh-TW" dirty="0"/>
              <a:t>Explored integration between edge AI systems, factory networks, and centralized monitoring platforms.</a:t>
            </a:r>
          </a:p>
          <a:p>
            <a:r>
              <a:rPr lang="en-US" altLang="zh-TW" dirty="0"/>
              <a:t>Identified opportunities for predictive analytics, safety enhancement, and autonomous optimization in future systems.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613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</TotalTime>
  <Words>1109</Words>
  <Application>Microsoft Office PowerPoint</Application>
  <PresentationFormat>寬螢幕</PresentationFormat>
  <Paragraphs>106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Adobe 黑体 Std R</vt:lpstr>
      <vt:lpstr>Aptos</vt:lpstr>
      <vt:lpstr>Arial</vt:lpstr>
      <vt:lpstr>Calibri</vt:lpstr>
      <vt:lpstr>Calibri Light</vt:lpstr>
      <vt:lpstr>Office 佈景主題</vt:lpstr>
      <vt:lpstr>AI System Architecture  &amp;  Industrial AI Portfolio</vt:lpstr>
      <vt:lpstr>Portfolio Overview</vt:lpstr>
      <vt:lpstr>Who I Am — Engineering Role &amp; Value</vt:lpstr>
      <vt:lpstr>Engineering Philosophy — How I Approach Industrial AI Problems</vt:lpstr>
      <vt:lpstr>Problem Definition — Manual Thermal Data Extraction Limiting Operational Efficiency</vt:lpstr>
      <vt:lpstr>Slide A1 — Problem</vt:lpstr>
      <vt:lpstr>Slide A2 — System Architecture</vt:lpstr>
      <vt:lpstr>Slide A3 — Model Evolution</vt:lpstr>
      <vt:lpstr>Slide A4 — Deployment Impact</vt:lpstr>
      <vt:lpstr>Portfolio Overview — Industrial AI System Engineering Projects</vt:lpstr>
      <vt:lpstr>Slide B1 — Workflow Issue</vt:lpstr>
      <vt:lpstr>Slide B2 — Integration Architecture</vt:lpstr>
      <vt:lpstr>Slide B3 — Automation Implementation</vt:lpstr>
      <vt:lpstr>Slide B4 — Impact</vt:lpstr>
      <vt:lpstr>Slide 1 —Dataset Preparation Challenge in Real Factory Environment</vt:lpstr>
      <vt:lpstr>Slide 2 — Model Training Validation and Iteration</vt:lpstr>
      <vt:lpstr>Slide 3 — Handling Real Deployment Constraints</vt:lpstr>
      <vt:lpstr>Slide 4 —Safety Detection System Deployment Concept</vt:lpstr>
      <vt:lpstr>Slide 1 — Future Concept</vt:lpstr>
      <vt:lpstr>Slide F2 —Edge AI Architecture Roadmap for Industrial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鴻海 iPEBG事業群開發面試</dc:title>
  <dc:creator>Windows User</dc:creator>
  <cp:lastModifiedBy>sky fly</cp:lastModifiedBy>
  <cp:revision>297</cp:revision>
  <dcterms:created xsi:type="dcterms:W3CDTF">2025-06-16T06:21:18Z</dcterms:created>
  <dcterms:modified xsi:type="dcterms:W3CDTF">2026-03-15T10:17:22Z</dcterms:modified>
</cp:coreProperties>
</file>